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8" r:id="rId5"/>
    <p:sldId id="283" r:id="rId6"/>
    <p:sldId id="278" r:id="rId7"/>
    <p:sldId id="264" r:id="rId8"/>
    <p:sldId id="270" r:id="rId9"/>
    <p:sldId id="279" r:id="rId10"/>
    <p:sldId id="282" r:id="rId11"/>
    <p:sldId id="272" r:id="rId12"/>
    <p:sldId id="285" r:id="rId13"/>
    <p:sldId id="274" r:id="rId14"/>
    <p:sldId id="266" r:id="rId15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7"/>
    <p:restoredTop sz="94856"/>
  </p:normalViewPr>
  <p:slideViewPr>
    <p:cSldViewPr snapToGrid="0" showGuides="1">
      <p:cViewPr>
        <p:scale>
          <a:sx n="126" d="100"/>
          <a:sy n="126" d="100"/>
        </p:scale>
        <p:origin x="-80" y="32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>
      <p:cViewPr varScale="1">
        <p:scale>
          <a:sx n="117" d="100"/>
          <a:sy n="117" d="100"/>
        </p:scale>
        <p:origin x="5112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B59C9DEE-5A32-E0A6-9FDC-FC0A6AE33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CB40541-3969-91F7-1C1B-C22D64D94D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pPr rtl="0"/>
            <a:fld id="{3B2BA4FD-72D4-4F4F-AABC-7CCB875B043C}" type="datetime1">
              <a:rPr lang="it-IT" smtClean="0"/>
              <a:t>19/03/26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AE9139F-698F-3A6E-E150-2991D68CE1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B58A415-5F98-9BA9-BEF5-31197FB930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04C1A770-BC94-4251-9494-95BA8C99FD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02770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fld id="{9BE079BC-E459-4DA2-BFFC-E76A325BA43B}" type="datetime1">
              <a:rPr lang="it-IT" smtClean="0"/>
              <a:pPr/>
              <a:t>19/03/26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339D21CC-DD94-204E-93C8-E1AAF3084C8D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3048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24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68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6708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7413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69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3746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9123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1315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339D21CC-DD94-204E-93C8-E1AAF3084C8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559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rtlCol="0" anchor="t">
            <a:noAutofit/>
          </a:bodyPr>
          <a:lstStyle>
            <a:lvl1pPr algn="l">
              <a:defRPr lang="en-US" sz="59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 rtlCol="0"/>
          <a:lstStyle>
            <a:lvl1pPr marL="0" indent="0" algn="l">
              <a:buNone/>
              <a:defRPr lang="en-US" sz="2400"/>
            </a:lvl1pPr>
            <a:lvl2pPr marL="457200" indent="0" algn="ctr">
              <a:buNone/>
              <a:defRPr lang="en-US" sz="2000"/>
            </a:lvl2pPr>
            <a:lvl3pPr marL="914400" indent="0" algn="ctr">
              <a:buNone/>
              <a:defRPr lang="en-US" sz="1800"/>
            </a:lvl3pPr>
            <a:lvl4pPr marL="1371600" indent="0" algn="ctr">
              <a:buNone/>
              <a:defRPr lang="en-US" sz="1600"/>
            </a:lvl4pPr>
            <a:lvl5pPr marL="1828800" indent="0" algn="ctr">
              <a:buNone/>
              <a:defRPr lang="en-US" sz="1600"/>
            </a:lvl5pPr>
            <a:lvl6pPr marL="2286000" indent="0" algn="ctr">
              <a:buNone/>
              <a:defRPr lang="en-US" sz="1600"/>
            </a:lvl6pPr>
            <a:lvl7pPr marL="2743200" indent="0" algn="ctr">
              <a:buNone/>
              <a:defRPr lang="en-US" sz="1600"/>
            </a:lvl7pPr>
            <a:lvl8pPr marL="3200400" indent="0" algn="ctr">
              <a:buNone/>
              <a:defRPr lang="en-US" sz="1600"/>
            </a:lvl8pPr>
            <a:lvl9pPr marL="3657600" indent="0" algn="ctr">
              <a:buNone/>
              <a:defRPr lang="en-US"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pic>
        <p:nvPicPr>
          <p:cNvPr id="26" name="Elemento grafico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po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igura a mano libera: Forma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</a:lstStyle>
            <a:p>
              <a:pPr rtl="0"/>
              <a:endParaRPr lang="it-IT" noProof="0"/>
            </a:p>
          </p:txBody>
        </p:sp>
        <p:pic>
          <p:nvPicPr>
            <p:cNvPr id="55" name="Elemento grafico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en-US" sz="1800"/>
            </a:lvl1pPr>
            <a:lvl2pPr marL="283464">
              <a:defRPr lang="en-US" sz="1800"/>
            </a:lvl2pPr>
            <a:lvl3pPr marL="566928">
              <a:defRPr lang="en-US" sz="1600"/>
            </a:lvl3pPr>
            <a:lvl4pPr marL="758952">
              <a:defRPr lang="en-US" sz="1400"/>
            </a:lvl4pPr>
            <a:lvl5pPr marL="1042416">
              <a:defRPr lang="en-US" sz="1400"/>
            </a:lvl5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11" name="Figura a mano libera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60" name="Segnaposto piè di pagina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61" name="Segnaposto numero diapositiva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 rtlCol="0"/>
          <a:lstStyle>
            <a:lvl1pPr>
              <a:defRPr lang="en-US" sz="66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00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15" name="Segnaposto testo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00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16" name="Segnaposto testo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00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17" name="Segnaposto testo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00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rtlCol="0" anchor="ctr">
            <a:noAutofit/>
          </a:bodyPr>
          <a:lstStyle>
            <a:lvl1pPr marL="0" indent="0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18" name="Segnaposto testo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lang="en-US" sz="40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en-US"/>
            </a:defPPr>
          </a:lstStyle>
          <a:p>
            <a:pPr rtl="0"/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>
            <a:defPPr>
              <a:defRPr lang="en-US"/>
            </a:defPPr>
          </a:lstStyle>
          <a:p>
            <a:pPr rtl="0"/>
            <a:endParaRPr lang="en-US" dirty="0"/>
          </a:p>
        </p:txBody>
      </p: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e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e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rtlCol="0" anchor="t">
            <a:noAutofit/>
          </a:bodyPr>
          <a:lstStyle>
            <a:lvl1pPr>
              <a:defRPr lang="en-US" sz="66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 rtlCol="0"/>
          <a:lstStyle>
            <a:lvl1pPr marL="0" indent="0">
              <a:buNone/>
              <a:defRPr lang="en-US" sz="2400">
                <a:solidFill>
                  <a:schemeClr val="tx1"/>
                </a:solidFill>
              </a:defRPr>
            </a:lvl1pPr>
            <a:lvl2pPr marL="457200" indent="0">
              <a:buNone/>
              <a:defRPr 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-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-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Elemento grafico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ttangolo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40" name="Segnaposto piè di pagina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41" name="Segnaposto numero diapositiva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Elemento grafico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olo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rtlCol="0" anchor="t">
            <a:noAutofit/>
          </a:bodyPr>
          <a:lstStyle>
            <a:lvl1pPr>
              <a:defRPr lang="en-US" sz="55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67" name="Elemento grafico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59" name="Elemento grafico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9" name="Figura a mano libera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pic>
        <p:nvPicPr>
          <p:cNvPr id="26" name="Elemento grafico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 rtlCol="0">
            <a:normAutofit/>
          </a:bodyPr>
          <a:lstStyle>
            <a:lvl1pPr marL="0" indent="0">
              <a:buNone/>
              <a:defRPr lang="en-US" sz="1800">
                <a:solidFill>
                  <a:schemeClr val="tx1"/>
                </a:solidFill>
              </a:defRPr>
            </a:lvl1pPr>
            <a:lvl2pPr marL="457200" indent="0">
              <a:buNone/>
              <a:defRPr 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ttangolo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75" name="Titolo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cxnSp>
        <p:nvCxnSpPr>
          <p:cNvPr id="81" name="Connettore diritto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Elemento grafico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Connettore diritto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23" name="Figura a mano libera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5" name="Figura a mano libera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7" name="Figura a mano libera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pic>
        <p:nvPicPr>
          <p:cNvPr id="29" name="Elemento grafico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45" name="Segnaposto immagine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46" name="Segnaposto immagine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50" name="Segnaposto testo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1" name="Segnaposto testo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7" name="Segnaposto testo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8" name="Segnaposto testo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8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9" name="Segnaposto testo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4" name="Segnaposto testo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2" name="Segnaposto immagine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73" name="Segnaposto immagine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56" name="Segnaposto testo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4" name="Segnaposto testo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77" name="Rettangolo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79" name="Rettangolo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cxnSp>
        <p:nvCxnSpPr>
          <p:cNvPr id="81" name="Connettore diritto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Elemento grafico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Connettore diritto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45" name="Segnaposto immagine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46" name="Segnaposto immagine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50" name="Segnaposto testo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1" name="Segnaposto testo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7" name="Segnaposto testo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8" name="Segnaposto testo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9" name="Segnaposto testo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4" name="Segnaposto testo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2" name="Segnaposto immagine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73" name="Segnaposto immagine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56" name="Segnaposto testo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4" name="Segnaposto testo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75" name="Titolo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sp>
        <p:nvSpPr>
          <p:cNvPr id="31" name="Segnaposto immagine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32" name="Segnaposto immagine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33" name="Segnaposto testo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4" name="Segnaposto testo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5" name="Segnaposto testo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6" name="Segnaposto testo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/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7" name="Segnaposto testo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8" name="Segnaposto testo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9" name="Segnaposto immagine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40" name="Segnaposto immagine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lang="en-US" sz="800"/>
            </a:lvl1pPr>
          </a:lstStyle>
          <a:p>
            <a:pPr rtl="0"/>
            <a:endParaRPr lang="it-IT" noProof="0"/>
          </a:p>
        </p:txBody>
      </p:sp>
      <p:sp>
        <p:nvSpPr>
          <p:cNvPr id="41" name="Segnaposto testo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42" name="Segnaposto testo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brevi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quenza tempor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egnaposto testo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 rtlCol="0">
            <a:noAutofit/>
          </a:bodyPr>
          <a:lstStyle>
            <a:lvl1pPr marL="0" indent="0">
              <a:buNone/>
              <a:defRPr lang="en-US" sz="1200">
                <a:noFill/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33" name="Segnaposto testo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 rtlCol="0">
            <a:noAutofit/>
          </a:bodyPr>
          <a:lstStyle>
            <a:lvl1pPr marL="0" indent="0">
              <a:buNone/>
              <a:defRPr lang="en-US" sz="1200">
                <a:noFill/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34" name="Segnaposto testo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 rtlCol="0">
            <a:noAutofit/>
          </a:bodyPr>
          <a:lstStyle>
            <a:lvl1pPr marL="0" indent="0">
              <a:buNone/>
              <a:defRPr lang="en-US" sz="1200">
                <a:noFill/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35" name="Segnaposto testo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 rtlCol="0">
            <a:noAutofit/>
          </a:bodyPr>
          <a:lstStyle>
            <a:lvl1pPr marL="0" indent="0">
              <a:buNone/>
              <a:defRPr lang="en-US" sz="1200">
                <a:noFill/>
              </a:defRPr>
            </a:lvl1pPr>
          </a:lstStyle>
          <a:p>
            <a:pPr lvl="0" rtl="0"/>
            <a:r>
              <a:rPr lang="it-IT" noProof="0"/>
              <a:t>Fare clic per modificare lo stile del titolo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15" name="Segnaposto testo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en-US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MMM</a:t>
            </a:r>
          </a:p>
        </p:txBody>
      </p:sp>
      <p:sp>
        <p:nvSpPr>
          <p:cNvPr id="19" name="Segnaposto testo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en-US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MMM</a:t>
            </a:r>
          </a:p>
        </p:txBody>
      </p:sp>
      <p:sp>
        <p:nvSpPr>
          <p:cNvPr id="21" name="Segnaposto testo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en-US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MMM</a:t>
            </a:r>
          </a:p>
        </p:txBody>
      </p:sp>
      <p:sp>
        <p:nvSpPr>
          <p:cNvPr id="23" name="Segnaposto testo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en-US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MMM</a:t>
            </a:r>
          </a:p>
        </p:txBody>
      </p:sp>
      <p:sp>
        <p:nvSpPr>
          <p:cNvPr id="25" name="Segnaposto testo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rtlCol="0" anchor="ctr">
            <a:normAutofit/>
          </a:bodyPr>
          <a:lstStyle>
            <a:lvl1pPr marL="0" indent="0" algn="ctr">
              <a:buNone/>
              <a:defRPr lang="en-US" sz="1800">
                <a:solidFill>
                  <a:schemeClr val="bg2"/>
                </a:solidFill>
              </a:defRPr>
            </a:lvl1pPr>
          </a:lstStyle>
          <a:p>
            <a:pPr lvl="0" rtl="0"/>
            <a:r>
              <a:rPr lang="it-IT" noProof="0"/>
              <a:t>MMM</a:t>
            </a:r>
          </a:p>
        </p:txBody>
      </p:sp>
      <p:sp>
        <p:nvSpPr>
          <p:cNvPr id="26" name="Segnaposto testo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27" name="Segnaposto testo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28" name="Segnaposto testo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36" name="Segnaposto piè di pagina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4" name="Segnaposto numero diapositiva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18" name="Figura a mano libera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en-US" sz="1400"/>
            </a:lvl1pPr>
            <a:lvl2pPr>
              <a:lnSpc>
                <a:spcPct val="150000"/>
              </a:lnSpc>
              <a:spcBef>
                <a:spcPts val="0"/>
              </a:spcBef>
              <a:defRPr lang="en-US" sz="1200"/>
            </a:lvl2pPr>
            <a:lvl3pPr>
              <a:lnSpc>
                <a:spcPct val="150000"/>
              </a:lnSpc>
              <a:spcBef>
                <a:spcPts val="0"/>
              </a:spcBef>
              <a:defRPr lang="en-US" sz="1100"/>
            </a:lvl3pPr>
            <a:lvl4pPr>
              <a:lnSpc>
                <a:spcPct val="150000"/>
              </a:lnSpc>
              <a:spcBef>
                <a:spcPts val="0"/>
              </a:spcBef>
              <a:defRPr lang="en-US" sz="1050"/>
            </a:lvl4pPr>
            <a:lvl5pPr>
              <a:lnSpc>
                <a:spcPct val="150000"/>
              </a:lnSpc>
              <a:spcBef>
                <a:spcPts val="0"/>
              </a:spcBef>
              <a:defRPr lang="en-US" sz="105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en-US" sz="1400"/>
            </a:lvl1pPr>
            <a:lvl2pPr>
              <a:lnSpc>
                <a:spcPct val="150000"/>
              </a:lnSpc>
              <a:spcBef>
                <a:spcPts val="0"/>
              </a:spcBef>
              <a:defRPr lang="en-US" sz="1200"/>
            </a:lvl2pPr>
            <a:lvl3pPr>
              <a:lnSpc>
                <a:spcPct val="150000"/>
              </a:lnSpc>
              <a:spcBef>
                <a:spcPts val="0"/>
              </a:spcBef>
              <a:defRPr lang="en-US" sz="1100"/>
            </a:lvl3pPr>
            <a:lvl4pPr>
              <a:lnSpc>
                <a:spcPct val="150000"/>
              </a:lnSpc>
              <a:spcBef>
                <a:spcPts val="0"/>
              </a:spcBef>
              <a:defRPr lang="en-US" sz="1050"/>
            </a:lvl4pPr>
            <a:lvl5pPr>
              <a:lnSpc>
                <a:spcPct val="150000"/>
              </a:lnSpc>
              <a:spcBef>
                <a:spcPts val="0"/>
              </a:spcBef>
              <a:defRPr lang="en-US" sz="105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19" name="Segnaposto testo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23" name="Segnaposto numero diapositiva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en-US" sz="1400"/>
            </a:lvl1pPr>
            <a:lvl2pPr>
              <a:lnSpc>
                <a:spcPct val="150000"/>
              </a:lnSpc>
              <a:spcBef>
                <a:spcPts val="0"/>
              </a:spcBef>
              <a:defRPr lang="en-US" sz="1200"/>
            </a:lvl2pPr>
            <a:lvl3pPr>
              <a:lnSpc>
                <a:spcPct val="150000"/>
              </a:lnSpc>
              <a:spcBef>
                <a:spcPts val="0"/>
              </a:spcBef>
              <a:defRPr lang="en-US" sz="1100"/>
            </a:lvl3pPr>
            <a:lvl4pPr>
              <a:lnSpc>
                <a:spcPct val="150000"/>
              </a:lnSpc>
              <a:spcBef>
                <a:spcPts val="0"/>
              </a:spcBef>
              <a:defRPr lang="en-US" sz="1050"/>
            </a:lvl4pPr>
            <a:lvl5pPr>
              <a:lnSpc>
                <a:spcPct val="150000"/>
              </a:lnSpc>
              <a:spcBef>
                <a:spcPts val="0"/>
              </a:spcBef>
              <a:defRPr lang="en-US" sz="105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en-US" sz="1400"/>
            </a:lvl1pPr>
            <a:lvl2pPr>
              <a:lnSpc>
                <a:spcPct val="150000"/>
              </a:lnSpc>
              <a:spcBef>
                <a:spcPts val="0"/>
              </a:spcBef>
              <a:defRPr lang="en-US" sz="1200"/>
            </a:lvl2pPr>
            <a:lvl3pPr>
              <a:lnSpc>
                <a:spcPct val="150000"/>
              </a:lnSpc>
              <a:spcBef>
                <a:spcPts val="0"/>
              </a:spcBef>
              <a:defRPr lang="en-US" sz="1100"/>
            </a:lvl3pPr>
            <a:lvl4pPr>
              <a:lnSpc>
                <a:spcPct val="150000"/>
              </a:lnSpc>
              <a:spcBef>
                <a:spcPts val="0"/>
              </a:spcBef>
              <a:defRPr lang="en-US" sz="1050"/>
            </a:lvl4pPr>
            <a:lvl5pPr>
              <a:lnSpc>
                <a:spcPct val="150000"/>
              </a:lnSpc>
              <a:spcBef>
                <a:spcPts val="0"/>
              </a:spcBef>
              <a:defRPr lang="en-US" sz="105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19" name="Segnaposto testo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23" name="Segnaposto numero diapositiva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e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b="0"/>
            </a:lvl1pPr>
            <a:lvl2pPr marL="457200" indent="0">
              <a:buNone/>
              <a:defRPr lang="en-US" sz="2000" b="1"/>
            </a:lvl2pPr>
            <a:lvl3pPr marL="914400" indent="0">
              <a:buNone/>
              <a:defRPr lang="en-US" sz="1800" b="1"/>
            </a:lvl3pPr>
            <a:lvl4pPr marL="1371600" indent="0">
              <a:buNone/>
              <a:defRPr lang="en-US" sz="1600" b="1"/>
            </a:lvl4pPr>
            <a:lvl5pPr marL="1828800" indent="0">
              <a:buNone/>
              <a:defRPr lang="en-US" sz="1600" b="1"/>
            </a:lvl5pPr>
            <a:lvl6pPr marL="2286000" indent="0">
              <a:buNone/>
              <a:defRPr lang="en-US" sz="1600" b="1"/>
            </a:lvl6pPr>
            <a:lvl7pPr marL="2743200" indent="0">
              <a:buNone/>
              <a:defRPr lang="en-US" sz="1600" b="1"/>
            </a:lvl7pPr>
            <a:lvl8pPr marL="3200400" indent="0">
              <a:buNone/>
              <a:defRPr lang="en-US" sz="1600" b="1"/>
            </a:lvl8pPr>
            <a:lvl9pPr marL="3657600" indent="0">
              <a:buNone/>
              <a:defRPr lang="en-US"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9" name="Segnaposto contenuto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 rtlCol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lang="en-US" sz="1400"/>
            </a:lvl1pPr>
            <a:lvl2pPr>
              <a:lnSpc>
                <a:spcPct val="150000"/>
              </a:lnSpc>
              <a:spcBef>
                <a:spcPts val="0"/>
              </a:spcBef>
              <a:defRPr lang="en-US" sz="1200"/>
            </a:lvl2pPr>
            <a:lvl3pPr>
              <a:lnSpc>
                <a:spcPct val="150000"/>
              </a:lnSpc>
              <a:spcBef>
                <a:spcPts val="0"/>
              </a:spcBef>
              <a:defRPr lang="en-US" sz="1100"/>
            </a:lvl3pPr>
            <a:lvl4pPr>
              <a:lnSpc>
                <a:spcPct val="150000"/>
              </a:lnSpc>
              <a:spcBef>
                <a:spcPts val="0"/>
              </a:spcBef>
              <a:defRPr lang="en-US" sz="1050"/>
            </a:lvl4pPr>
            <a:lvl5pPr>
              <a:lnSpc>
                <a:spcPct val="150000"/>
              </a:lnSpc>
              <a:spcBef>
                <a:spcPts val="0"/>
              </a:spcBef>
              <a:defRPr lang="en-US" sz="105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lemento grafico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 rtlCol="0"/>
          <a:lstStyle>
            <a:lvl1pPr marL="0" indent="0">
              <a:buNone/>
              <a:defRPr lang="en-US" sz="1800"/>
            </a:lvl1pPr>
            <a:lvl2pPr marL="283464">
              <a:defRPr lang="en-US" sz="1800"/>
            </a:lvl2pPr>
            <a:lvl3pPr marL="566928">
              <a:defRPr lang="en-US" sz="1600"/>
            </a:lvl3pPr>
            <a:lvl4pPr marL="758952">
              <a:defRPr lang="en-US" sz="1400"/>
            </a:lvl4pPr>
            <a:lvl5pPr marL="1042416">
              <a:defRPr lang="en-US" sz="1400"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45" name="Elemento grafico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e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46" name="Segnaposto piè di pagina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47" name="Segnaposto numero diapositiva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z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Elemento grafico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e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>
              <a:solidFill>
                <a:schemeClr val="accent4"/>
              </a:solidFill>
            </a:endParaRPr>
          </a:p>
        </p:txBody>
      </p:sp>
      <p:pic>
        <p:nvPicPr>
          <p:cNvPr id="72" name="Elemento grafico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Elemento grafico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Elemento grafico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e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pic>
        <p:nvPicPr>
          <p:cNvPr id="26" name="Elemento grafico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olo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rtlCol="0" anchor="b">
            <a:noAutofit/>
          </a:bodyPr>
          <a:lstStyle>
            <a:lvl1pPr>
              <a:defRPr lang="en-US" sz="6600"/>
            </a:lvl1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lang="en-US" sz="1800">
                <a:solidFill>
                  <a:schemeClr val="tx1"/>
                </a:solidFill>
              </a:defRPr>
            </a:lvl1pPr>
            <a:lvl2pPr marL="457200" indent="0">
              <a:buNone/>
              <a:defRPr 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gnaposto testo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22" name="Segnaposto piè di pagina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23" name="Segnaposto numero diapositiva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 rtlCol="0"/>
          <a:lstStyle>
            <a:lvl1pPr>
              <a:defRPr lang="en-US" sz="3200"/>
            </a:lvl1pPr>
            <a:lvl2pPr>
              <a:defRPr lang="en-US" sz="2800"/>
            </a:lvl2pPr>
            <a:lvl3pPr>
              <a:defRPr lang="en-US" sz="2400"/>
            </a:lvl3pPr>
            <a:lvl4pPr>
              <a:defRPr lang="en-US" sz="2000"/>
            </a:lvl4pPr>
            <a:lvl5pPr>
              <a:defRPr lang="en-US" sz="2000"/>
            </a:lvl5pPr>
            <a:lvl6pPr>
              <a:defRPr lang="en-US" sz="2000"/>
            </a:lvl6pPr>
            <a:lvl7pPr>
              <a:defRPr lang="en-US" sz="2000"/>
            </a:lvl7pPr>
            <a:lvl8pPr>
              <a:defRPr lang="en-US" sz="2000"/>
            </a:lvl8pPr>
            <a:lvl9pPr>
              <a:defRPr lang="en-US" sz="2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 rtlCol="0"/>
          <a:lstStyle>
            <a:lvl1pPr marL="0" indent="0">
              <a:buNone/>
              <a:defRPr lang="en-US" sz="1600"/>
            </a:lvl1pPr>
            <a:lvl2pPr marL="457200" indent="0">
              <a:buNone/>
              <a:defRPr lang="en-US" sz="1400"/>
            </a:lvl2pPr>
            <a:lvl3pPr marL="914400" indent="0">
              <a:buNone/>
              <a:defRPr lang="en-US" sz="1200"/>
            </a:lvl3pPr>
            <a:lvl4pPr marL="1371600" indent="0">
              <a:buNone/>
              <a:defRPr lang="en-US" sz="1000"/>
            </a:lvl4pPr>
            <a:lvl5pPr marL="1828800" indent="0">
              <a:buNone/>
              <a:defRPr lang="en-US" sz="1000"/>
            </a:lvl5pPr>
            <a:lvl6pPr marL="2286000" indent="0">
              <a:buNone/>
              <a:defRPr lang="en-US" sz="1000"/>
            </a:lvl6pPr>
            <a:lvl7pPr marL="2743200" indent="0">
              <a:buNone/>
              <a:defRPr lang="en-US" sz="1000"/>
            </a:lvl7pPr>
            <a:lvl8pPr marL="3200400" indent="0">
              <a:buNone/>
              <a:defRPr lang="en-US" sz="1000"/>
            </a:lvl8pPr>
            <a:lvl9pPr marL="3657600" indent="0">
              <a:buNone/>
              <a:defRPr lang="en-US" sz="1000"/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10" name="Segnaposto piè di pagina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testo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3200" b="0">
                <a:noFill/>
              </a:defRPr>
            </a:lvl1pPr>
          </a:lstStyle>
          <a:p>
            <a:pPr lvl="0" rtl="0"/>
            <a:r>
              <a:rPr lang="it-IT" noProof="0"/>
              <a:t>X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 rtlCol="0"/>
          <a:lstStyle>
            <a:lvl1pPr marL="0" indent="0">
              <a:buNone/>
              <a:defRPr lang="en-US" sz="3200"/>
            </a:lvl1pPr>
            <a:lvl2pPr marL="457200" indent="0">
              <a:buNone/>
              <a:defRPr lang="en-US" sz="2800"/>
            </a:lvl2pPr>
            <a:lvl3pPr marL="914400" indent="0">
              <a:buNone/>
              <a:defRPr lang="en-US" sz="2400"/>
            </a:lvl3pPr>
            <a:lvl4pPr marL="1371600" indent="0">
              <a:buNone/>
              <a:defRPr lang="en-US" sz="2000"/>
            </a:lvl4pPr>
            <a:lvl5pPr marL="1828800" indent="0">
              <a:buNone/>
              <a:defRPr lang="en-US" sz="2000"/>
            </a:lvl5pPr>
            <a:lvl6pPr marL="2286000" indent="0">
              <a:buNone/>
              <a:defRPr lang="en-US" sz="2000"/>
            </a:lvl6pPr>
            <a:lvl7pPr marL="2743200" indent="0">
              <a:buNone/>
              <a:defRPr lang="en-US" sz="2000"/>
            </a:lvl7pPr>
            <a:lvl8pPr marL="3200400" indent="0">
              <a:buNone/>
              <a:defRPr lang="en-US" sz="2000"/>
            </a:lvl8pPr>
            <a:lvl9pPr marL="3657600" indent="0">
              <a:buNone/>
              <a:defRPr lang="en-US" sz="2000"/>
            </a:lvl9pPr>
          </a:lstStyle>
          <a:p>
            <a:pPr rtl="0"/>
            <a:endParaRPr lang="it-IT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US" sz="1600"/>
            </a:lvl1pPr>
            <a:lvl2pPr marL="457200" indent="0">
              <a:buNone/>
              <a:defRPr lang="en-US" sz="1400"/>
            </a:lvl2pPr>
            <a:lvl3pPr marL="914400" indent="0">
              <a:buNone/>
              <a:defRPr lang="en-US" sz="1200"/>
            </a:lvl3pPr>
            <a:lvl4pPr marL="1371600" indent="0">
              <a:buNone/>
              <a:defRPr lang="en-US" sz="1000"/>
            </a:lvl4pPr>
            <a:lvl5pPr marL="1828800" indent="0">
              <a:buNone/>
              <a:defRPr lang="en-US" sz="1000"/>
            </a:lvl5pPr>
            <a:lvl6pPr marL="2286000" indent="0">
              <a:buNone/>
              <a:defRPr lang="en-US" sz="1000"/>
            </a:lvl6pPr>
            <a:lvl7pPr marL="2743200" indent="0">
              <a:buNone/>
              <a:defRPr lang="en-US" sz="1000"/>
            </a:lvl7pPr>
            <a:lvl8pPr marL="3200400" indent="0">
              <a:buNone/>
              <a:defRPr lang="en-US" sz="1000"/>
            </a:lvl8pPr>
            <a:lvl9pPr marL="3657600" indent="0">
              <a:buNone/>
              <a:defRPr lang="en-US"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noProof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3200">
                <a:solidFill>
                  <a:schemeClr val="bg2"/>
                </a:solidFill>
              </a:defRPr>
            </a:lvl1pPr>
          </a:lstStyle>
          <a:p>
            <a:pPr rtl="0"/>
            <a:fld id="{CC43B8D3-9A08-F84C-9DD4-44948BA52D4B}" type="slidenum">
              <a:rPr lang="it-IT" noProof="0" smtClean="0"/>
              <a:pPr/>
              <a:t>‹N›</a:t>
            </a:fld>
            <a:endParaRPr lang="it-IT" noProof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it-IT" noProof="0"/>
          </a:p>
        </p:txBody>
      </p: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Elemento grafico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</a:lstStyle>
          <a:p>
            <a:pPr rtl="0"/>
            <a:r>
              <a:rPr lang="it-IT" noProof="0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lang="en-U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528762-BFD9-B53C-F438-D440DBFDD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1" y="2359152"/>
            <a:ext cx="7737526" cy="1883664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sz="5500" dirty="0"/>
              <a:t>Progetto</a:t>
            </a:r>
            <a:br>
              <a:rPr lang="it-IT" sz="5500" dirty="0"/>
            </a:br>
            <a:r>
              <a:rPr lang="it-IT" sz="5500" dirty="0"/>
              <a:t>Sistema Domotico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57451B7-2A25-8813-BC77-07DE3529FC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10000"/>
          </a:bodyPr>
          <a:lstStyle>
            <a:defPPr>
              <a:defRPr lang="en-US"/>
            </a:defPPr>
          </a:lstStyle>
          <a:p>
            <a:pPr rtl="0"/>
            <a:r>
              <a:rPr lang="it-IT" dirty="0"/>
              <a:t>Menale Nicola 0124002551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DBEE5A5-FDD3-D976-60DF-ACB460CF4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728" y="471565"/>
            <a:ext cx="2145745" cy="2145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759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D6DF6-5B25-79AF-09F2-0008B7DD2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10741436" cy="1325880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b="1" dirty="0"/>
              <a:t>Obiettivi del progetto</a:t>
            </a:r>
            <a:br>
              <a:rPr lang="it-IT" b="1" dirty="0"/>
            </a:b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A49DED-F98B-AA29-6402-0A09C4EFE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1892808"/>
            <a:ext cx="11036595" cy="74980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sz="2800" dirty="0"/>
              <a:t>Installazione sensori di monitoraggio e intervento</a:t>
            </a:r>
          </a:p>
        </p:txBody>
      </p:sp>
      <p:sp>
        <p:nvSpPr>
          <p:cNvPr id="48" name="Segnaposto testo 47">
            <a:extLst>
              <a:ext uri="{FF2B5EF4-FFF2-40B4-BE49-F238E27FC236}">
                <a16:creationId xmlns:a16="http://schemas.microsoft.com/office/drawing/2014/main" id="{B79EAB77-EA1B-845C-B39D-F4147B3C0E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28376" y="1764792"/>
            <a:ext cx="960120" cy="9601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BBAF7CB-A8CE-582C-C1DB-E6D72AC69A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11227980" cy="74980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sz="2800" dirty="0"/>
              <a:t>Simulazione ciclo di allarmi</a:t>
            </a:r>
          </a:p>
        </p:txBody>
      </p:sp>
      <p:sp>
        <p:nvSpPr>
          <p:cNvPr id="49" name="Segnaposto testo 48">
            <a:extLst>
              <a:ext uri="{FF2B5EF4-FFF2-40B4-BE49-F238E27FC236}">
                <a16:creationId xmlns:a16="http://schemas.microsoft.com/office/drawing/2014/main" id="{9AD6ED5E-6255-A10D-1B61-1C38A65A01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628376" y="2786634"/>
            <a:ext cx="960120" cy="9601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1C403DC-3521-3A53-9255-0D192EBD4F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1" y="3890772"/>
            <a:ext cx="11227981" cy="74980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sz="2800" dirty="0"/>
              <a:t>Installazione di moduli ai sensori</a:t>
            </a:r>
          </a:p>
        </p:txBody>
      </p:sp>
      <p:sp>
        <p:nvSpPr>
          <p:cNvPr id="50" name="Segnaposto testo 49">
            <a:extLst>
              <a:ext uri="{FF2B5EF4-FFF2-40B4-BE49-F238E27FC236}">
                <a16:creationId xmlns:a16="http://schemas.microsoft.com/office/drawing/2014/main" id="{725D92A4-EE14-BE47-EFF6-F0FD3F4AE6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628376" y="3785616"/>
            <a:ext cx="960120" cy="9601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1F6EA68-2AA8-DF86-685C-EC38431277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11227980" cy="74980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sz="2800" dirty="0"/>
              <a:t>Salvataggio e caricamento dati e statistiche</a:t>
            </a:r>
          </a:p>
        </p:txBody>
      </p:sp>
      <p:sp>
        <p:nvSpPr>
          <p:cNvPr id="51" name="Segnaposto testo 50">
            <a:extLst>
              <a:ext uri="{FF2B5EF4-FFF2-40B4-BE49-F238E27FC236}">
                <a16:creationId xmlns:a16="http://schemas.microsoft.com/office/drawing/2014/main" id="{7FFFF704-D039-7DC7-A34E-489FEE26CD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628376" y="4784598"/>
            <a:ext cx="960120" cy="9601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A2545FBC-2F5C-8772-F385-63E10355830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-1" y="5888736"/>
            <a:ext cx="11227979" cy="749808"/>
          </a:xfrm>
        </p:spPr>
        <p:txBody>
          <a:bodyPr rtlCol="0"/>
          <a:lstStyle>
            <a:defPPr>
              <a:defRPr lang="en-US"/>
            </a:defPPr>
          </a:lstStyle>
          <a:p>
            <a:r>
              <a:rPr lang="it-IT" sz="2800" dirty="0"/>
              <a:t>Interfaccia grafica e da terminale</a:t>
            </a:r>
          </a:p>
        </p:txBody>
      </p:sp>
      <p:sp>
        <p:nvSpPr>
          <p:cNvPr id="52" name="Segnaposto testo 51">
            <a:extLst>
              <a:ext uri="{FF2B5EF4-FFF2-40B4-BE49-F238E27FC236}">
                <a16:creationId xmlns:a16="http://schemas.microsoft.com/office/drawing/2014/main" id="{B834A08F-B9C1-B3EF-25F5-A69D401C8B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628376" y="5783580"/>
            <a:ext cx="960120" cy="960120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2850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1">
            <a:extLst>
              <a:ext uri="{FF2B5EF4-FFF2-40B4-BE49-F238E27FC236}">
                <a16:creationId xmlns:a16="http://schemas.microsoft.com/office/drawing/2014/main" id="{0BA60034-9E02-4BFF-D46B-98C157D6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dirty="0"/>
              <a:t>Introduzione</a:t>
            </a:r>
          </a:p>
        </p:txBody>
      </p:sp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2BA91497-60EB-6CC6-BE1A-11323E8A9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199" y="2121408"/>
            <a:ext cx="8436935" cy="3578352"/>
          </a:xfrm>
        </p:spPr>
        <p:txBody>
          <a:bodyPr rtlCol="0">
            <a:normAutofit/>
          </a:bodyPr>
          <a:lstStyle>
            <a:defPPr>
              <a:defRPr lang="en-US"/>
            </a:defPPr>
          </a:lstStyle>
          <a:p>
            <a:r>
              <a:rPr lang="it-IT" dirty="0"/>
              <a:t>Il sistema sviluppato rappresenta una piattaforma di gestione per un ambiente domotico, in grado di monitorare condizioni e attivare automaticamente dispositivi di intervento.</a:t>
            </a:r>
          </a:p>
          <a:p>
            <a:r>
              <a:rPr lang="it-IT" dirty="0"/>
              <a:t>Il sistema gestisce due tipologie principali di sensori:</a:t>
            </a:r>
          </a:p>
          <a:p>
            <a:pPr marL="285750" lvl="0" indent="-285750">
              <a:buFontTx/>
              <a:buChar char="-"/>
            </a:pPr>
            <a:r>
              <a:rPr lang="it-IT" dirty="0"/>
              <a:t>Sensori di monitoraggio </a:t>
            </a:r>
          </a:p>
          <a:p>
            <a:pPr marL="285750" lvl="0" indent="-285750">
              <a:buFontTx/>
              <a:buChar char="-"/>
            </a:pPr>
            <a:r>
              <a:rPr lang="it-IT" dirty="0"/>
              <a:t>Sensori di intervento </a:t>
            </a:r>
          </a:p>
          <a:p>
            <a:pPr lvl="0"/>
            <a:endParaRPr lang="it-IT" dirty="0"/>
          </a:p>
          <a:p>
            <a:pPr lvl="0"/>
            <a:r>
              <a:rPr lang="it-IT" dirty="0"/>
              <a:t>È stata realizzata un </a:t>
            </a:r>
            <a:r>
              <a:rPr lang="it-IT" dirty="0" err="1"/>
              <a:t>applicazine</a:t>
            </a:r>
            <a:r>
              <a:rPr lang="it-IT" dirty="0"/>
              <a:t> </a:t>
            </a:r>
            <a:r>
              <a:rPr lang="it-IT" dirty="0" err="1"/>
              <a:t>JavaFx</a:t>
            </a:r>
            <a:r>
              <a:rPr lang="it-IT" dirty="0"/>
              <a:t> con utilizzo di file per il salvataggio persistente dei dati</a:t>
            </a:r>
          </a:p>
        </p:txBody>
      </p:sp>
      <p:sp>
        <p:nvSpPr>
          <p:cNvPr id="25" name="Segnaposto testo 24">
            <a:extLst>
              <a:ext uri="{FF2B5EF4-FFF2-40B4-BE49-F238E27FC236}">
                <a16:creationId xmlns:a16="http://schemas.microsoft.com/office/drawing/2014/main" id="{409EE273-65DC-EBC2-149C-7BB5726CE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3223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9D881F-CA86-A4F1-802F-E64731BD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dirty="0"/>
              <a:t>Pattern </a:t>
            </a:r>
            <a:br>
              <a:rPr lang="it-IT" dirty="0"/>
            </a:br>
            <a:r>
              <a:rPr lang="it-IT" dirty="0"/>
              <a:t>Utilizzati</a:t>
            </a:r>
          </a:p>
        </p:txBody>
      </p:sp>
    </p:spTree>
    <p:extLst>
      <p:ext uri="{BB962C8B-B14F-4D97-AF65-F5344CB8AC3E}">
        <p14:creationId xmlns:p14="http://schemas.microsoft.com/office/powerpoint/2010/main" val="416335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31D625AD-D853-E707-6C7F-E31923C4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r>
              <a:rPr lang="it-IT" b="1" dirty="0" err="1"/>
              <a:t>Factory</a:t>
            </a:r>
            <a:r>
              <a:rPr lang="it-IT" b="1" dirty="0"/>
              <a:t> Pattern</a:t>
            </a:r>
            <a:endParaRPr lang="it-IT" dirty="0"/>
          </a:p>
        </p:txBody>
      </p:sp>
      <p:sp>
        <p:nvSpPr>
          <p:cNvPr id="22" name="Segnaposto testo 21">
            <a:extLst>
              <a:ext uri="{FF2B5EF4-FFF2-40B4-BE49-F238E27FC236}">
                <a16:creationId xmlns:a16="http://schemas.microsoft.com/office/drawing/2014/main" id="{1B742BF8-0956-7E94-FAF4-D42A92ACE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14" name="Segnaposto contenuto 1">
            <a:extLst>
              <a:ext uri="{FF2B5EF4-FFF2-40B4-BE49-F238E27FC236}">
                <a16:creationId xmlns:a16="http://schemas.microsoft.com/office/drawing/2014/main" id="{DFF18340-D466-C037-209C-1284BBB21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858" y="1687426"/>
            <a:ext cx="8436935" cy="2491170"/>
          </a:xfrm>
        </p:spPr>
        <p:txBody>
          <a:bodyPr rtlCol="0">
            <a:normAutofit lnSpcReduction="10000"/>
          </a:bodyPr>
          <a:lstStyle>
            <a:defPPr>
              <a:defRPr lang="en-US"/>
            </a:defPPr>
          </a:lstStyle>
          <a:p>
            <a:r>
              <a:rPr lang="it-IT" dirty="0"/>
              <a:t>Utilizzato per </a:t>
            </a:r>
            <a:r>
              <a:rPr lang="it-IT" b="1" dirty="0"/>
              <a:t>creare sensori senza esporre la logica di istanziazione</a:t>
            </a:r>
            <a:endParaRPr lang="it-IT" dirty="0"/>
          </a:p>
          <a:p>
            <a:r>
              <a:rPr lang="it-IT" dirty="0"/>
              <a:t>Permette di separare </a:t>
            </a:r>
            <a:r>
              <a:rPr lang="it-IT" b="1" dirty="0"/>
              <a:t>creazione</a:t>
            </a:r>
            <a:r>
              <a:rPr lang="it-IT" dirty="0"/>
              <a:t> e </a:t>
            </a:r>
            <a:r>
              <a:rPr lang="it-IT" b="1" dirty="0"/>
              <a:t>utilizzo degli oggetti</a:t>
            </a:r>
            <a:endParaRPr lang="it-IT" dirty="0"/>
          </a:p>
          <a:p>
            <a:r>
              <a:rPr lang="it-IT" dirty="0"/>
              <a:t>Supporta facilmente l’aggiunta di nuovi tipi di sensori</a:t>
            </a:r>
          </a:p>
        </p:txBody>
      </p:sp>
      <p:sp>
        <p:nvSpPr>
          <p:cNvPr id="15" name="Segnaposto contenuto 1">
            <a:extLst>
              <a:ext uri="{FF2B5EF4-FFF2-40B4-BE49-F238E27FC236}">
                <a16:creationId xmlns:a16="http://schemas.microsoft.com/office/drawing/2014/main" id="{C4D49F5F-EC8A-D2AA-9B01-9FDD59625F68}"/>
              </a:ext>
            </a:extLst>
          </p:cNvPr>
          <p:cNvSpPr txBox="1">
            <a:spLocks/>
          </p:cNvSpPr>
          <p:nvPr/>
        </p:nvSpPr>
        <p:spPr>
          <a:xfrm>
            <a:off x="770858" y="4178596"/>
            <a:ext cx="9106789" cy="2604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Classi Coinvolte</a:t>
            </a:r>
          </a:p>
          <a:p>
            <a:r>
              <a:rPr lang="it-IT" dirty="0" err="1"/>
              <a:t>SensorFactory</a:t>
            </a:r>
            <a:endParaRPr lang="it-IT" dirty="0"/>
          </a:p>
          <a:p>
            <a:r>
              <a:rPr lang="it-IT" dirty="0" err="1"/>
              <a:t>SensorFactoryProvider</a:t>
            </a:r>
            <a:endParaRPr lang="it-IT" dirty="0"/>
          </a:p>
          <a:p>
            <a:r>
              <a:rPr lang="it-IT" dirty="0" err="1"/>
              <a:t>MonitoringSensorFactory</a:t>
            </a:r>
            <a:endParaRPr lang="it-IT" dirty="0"/>
          </a:p>
          <a:p>
            <a:r>
              <a:rPr lang="it-IT" dirty="0" err="1"/>
              <a:t>InterventionSensorFactory</a:t>
            </a:r>
            <a:endParaRPr lang="it-IT" dirty="0"/>
          </a:p>
          <a:p>
            <a:pPr marL="0" indent="0">
              <a:buNone/>
            </a:pPr>
            <a:r>
              <a:rPr lang="it-IT" sz="2000" dirty="0" err="1"/>
              <a:t>HomeSystem</a:t>
            </a:r>
            <a:r>
              <a:rPr lang="it-IT" sz="2000" dirty="0"/>
              <a:t> → </a:t>
            </a:r>
            <a:r>
              <a:rPr lang="it-IT" sz="2000" dirty="0" err="1"/>
              <a:t>SensorFactoryProvider</a:t>
            </a:r>
            <a:r>
              <a:rPr lang="it-IT" sz="2000" dirty="0"/>
              <a:t> → </a:t>
            </a:r>
            <a:r>
              <a:rPr lang="it-IT" sz="2000" dirty="0" err="1"/>
              <a:t>Factory</a:t>
            </a:r>
            <a:r>
              <a:rPr lang="it-IT" sz="2000" dirty="0"/>
              <a:t> → Sensor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1847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2">
            <a:extLst>
              <a:ext uri="{FF2B5EF4-FFF2-40B4-BE49-F238E27FC236}">
                <a16:creationId xmlns:a16="http://schemas.microsoft.com/office/drawing/2014/main" id="{E729A509-992F-8C10-902D-182448B5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r>
              <a:rPr lang="it-IT" b="1" dirty="0"/>
              <a:t>Decorator Pattern</a:t>
            </a:r>
            <a:endParaRPr lang="it-IT" dirty="0"/>
          </a:p>
        </p:txBody>
      </p:sp>
      <p:sp>
        <p:nvSpPr>
          <p:cNvPr id="19" name="Segnaposto testo 18">
            <a:extLst>
              <a:ext uri="{FF2B5EF4-FFF2-40B4-BE49-F238E27FC236}">
                <a16:creationId xmlns:a16="http://schemas.microsoft.com/office/drawing/2014/main" id="{1A502D19-C614-886C-4945-5880F36E0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75938BE5-2700-E0B3-7BB0-3D457CB7C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859" y="1802430"/>
            <a:ext cx="8575160" cy="2299040"/>
          </a:xfrm>
        </p:spPr>
        <p:txBody>
          <a:bodyPr rtlCol="0">
            <a:normAutofit/>
          </a:bodyPr>
          <a:lstStyle>
            <a:defPPr>
              <a:defRPr lang="en-US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dirty="0"/>
              <a:t>Permette di </a:t>
            </a:r>
            <a:r>
              <a:rPr lang="it-IT" sz="2800" b="1" dirty="0"/>
              <a:t>aggiungere funzionalità dinamicamente ai sensori</a:t>
            </a:r>
            <a:endParaRPr lang="it-I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dirty="0"/>
              <a:t>Evita la creazione di molte sottoclassi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800" dirty="0"/>
              <a:t>Mantiene il sistema </a:t>
            </a:r>
            <a:r>
              <a:rPr lang="it-IT" sz="2800" b="1" dirty="0"/>
              <a:t>flessibile ed estendibile</a:t>
            </a:r>
            <a:endParaRPr lang="it-IT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800" dirty="0"/>
          </a:p>
        </p:txBody>
      </p:sp>
      <p:sp>
        <p:nvSpPr>
          <p:cNvPr id="9" name="Segnaposto contenuto 1">
            <a:extLst>
              <a:ext uri="{FF2B5EF4-FFF2-40B4-BE49-F238E27FC236}">
                <a16:creationId xmlns:a16="http://schemas.microsoft.com/office/drawing/2014/main" id="{5669B5F8-2D3C-34E7-FCBB-96C1F5E70849}"/>
              </a:ext>
            </a:extLst>
          </p:cNvPr>
          <p:cNvSpPr txBox="1">
            <a:spLocks/>
          </p:cNvSpPr>
          <p:nvPr/>
        </p:nvSpPr>
        <p:spPr>
          <a:xfrm>
            <a:off x="770859" y="4008473"/>
            <a:ext cx="9425765" cy="22990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Classi Coinvolte</a:t>
            </a:r>
          </a:p>
          <a:p>
            <a:r>
              <a:rPr lang="it-IT" dirty="0" err="1"/>
              <a:t>SensorDecorator</a:t>
            </a:r>
            <a:endParaRPr lang="it-IT" dirty="0"/>
          </a:p>
          <a:p>
            <a:r>
              <a:rPr lang="it-IT" dirty="0"/>
              <a:t>Moduli (es. </a:t>
            </a:r>
            <a:r>
              <a:rPr lang="it-IT" dirty="0" err="1"/>
              <a:t>AudioModule</a:t>
            </a:r>
            <a:r>
              <a:rPr lang="it-IT" dirty="0"/>
              <a:t>, ecc.)</a:t>
            </a:r>
          </a:p>
          <a:p>
            <a:r>
              <a:rPr lang="it-IT" dirty="0" err="1"/>
              <a:t>ModuleRegistry</a:t>
            </a:r>
            <a:endParaRPr lang="it-IT" dirty="0"/>
          </a:p>
          <a:p>
            <a:pPr marL="0" indent="0">
              <a:buNone/>
            </a:pPr>
            <a:r>
              <a:rPr lang="it-IT" sz="2000" dirty="0"/>
              <a:t>Sensor → </a:t>
            </a:r>
            <a:r>
              <a:rPr lang="it-IT" sz="2000" dirty="0" err="1"/>
              <a:t>ModuleRegistry</a:t>
            </a:r>
            <a:r>
              <a:rPr lang="it-IT" sz="2000" dirty="0"/>
              <a:t> → </a:t>
            </a:r>
            <a:r>
              <a:rPr lang="it-IT" sz="2000" dirty="0" err="1"/>
              <a:t>SensorDecorator</a:t>
            </a:r>
            <a:r>
              <a:rPr lang="it-IT" sz="2000" dirty="0"/>
              <a:t> → Sensor decorato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3108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dirty="0"/>
              <a:t>State Pattern</a:t>
            </a:r>
          </a:p>
        </p:txBody>
      </p:sp>
      <p:sp>
        <p:nvSpPr>
          <p:cNvPr id="20" name="Segnaposto testo 19">
            <a:extLst>
              <a:ext uri="{FF2B5EF4-FFF2-40B4-BE49-F238E27FC236}">
                <a16:creationId xmlns:a16="http://schemas.microsoft.com/office/drawing/2014/main" id="{7D61BAD3-11BF-AA74-F4B3-2ABC020772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18" name="Segnaposto contenuto 1">
            <a:extLst>
              <a:ext uri="{FF2B5EF4-FFF2-40B4-BE49-F238E27FC236}">
                <a16:creationId xmlns:a16="http://schemas.microsoft.com/office/drawing/2014/main" id="{E111594E-E813-ACF4-6C67-7716268D9339}"/>
              </a:ext>
            </a:extLst>
          </p:cNvPr>
          <p:cNvSpPr txBox="1">
            <a:spLocks/>
          </p:cNvSpPr>
          <p:nvPr/>
        </p:nvSpPr>
        <p:spPr>
          <a:xfrm>
            <a:off x="770858" y="1887492"/>
            <a:ext cx="9553356" cy="2163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/>
              <a:t>Permette di cambiare comportamento del sistema </a:t>
            </a:r>
            <a:r>
              <a:rPr lang="it-IT" sz="2800" b="1" dirty="0"/>
              <a:t>in base allo stato</a:t>
            </a:r>
            <a:endParaRPr lang="it-IT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/>
              <a:t>Evita l’uso di molte </a:t>
            </a:r>
            <a:r>
              <a:rPr lang="it-IT" sz="2800" dirty="0" err="1"/>
              <a:t>if</a:t>
            </a:r>
            <a:r>
              <a:rPr lang="it-IT" sz="2800" dirty="0"/>
              <a:t>/else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/>
              <a:t>Centralizza la logica delle modalità operative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800" dirty="0"/>
          </a:p>
        </p:txBody>
      </p:sp>
      <p:sp>
        <p:nvSpPr>
          <p:cNvPr id="19" name="Segnaposto contenuto 1">
            <a:extLst>
              <a:ext uri="{FF2B5EF4-FFF2-40B4-BE49-F238E27FC236}">
                <a16:creationId xmlns:a16="http://schemas.microsoft.com/office/drawing/2014/main" id="{6E61645E-BC3D-D39C-57B8-AFE54F3EC0E6}"/>
              </a:ext>
            </a:extLst>
          </p:cNvPr>
          <p:cNvSpPr txBox="1">
            <a:spLocks/>
          </p:cNvSpPr>
          <p:nvPr/>
        </p:nvSpPr>
        <p:spPr>
          <a:xfrm>
            <a:off x="770858" y="3902149"/>
            <a:ext cx="8436935" cy="1894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Classi Coinvolte</a:t>
            </a:r>
          </a:p>
          <a:p>
            <a:r>
              <a:rPr lang="it-IT" dirty="0" err="1"/>
              <a:t>SystemState</a:t>
            </a:r>
            <a:endParaRPr lang="it-IT" dirty="0"/>
          </a:p>
          <a:p>
            <a:r>
              <a:rPr lang="it-IT" dirty="0" err="1"/>
              <a:t>ActiveModeState</a:t>
            </a:r>
            <a:endParaRPr lang="it-IT" dirty="0"/>
          </a:p>
          <a:p>
            <a:r>
              <a:rPr lang="it-IT" dirty="0" err="1"/>
              <a:t>TestModeState</a:t>
            </a:r>
            <a:endParaRPr lang="it-IT" dirty="0"/>
          </a:p>
          <a:p>
            <a:pPr marL="0" indent="0">
              <a:buNone/>
            </a:pPr>
            <a:r>
              <a:rPr lang="it-IT" sz="2000" dirty="0" err="1"/>
              <a:t>HomeSystem</a:t>
            </a:r>
            <a:r>
              <a:rPr lang="it-IT" sz="2000" dirty="0"/>
              <a:t> → </a:t>
            </a:r>
            <a:r>
              <a:rPr lang="it-IT" sz="2000" dirty="0" err="1"/>
              <a:t>SystemState</a:t>
            </a:r>
            <a:r>
              <a:rPr lang="it-IT" sz="2000" dirty="0"/>
              <a:t> → comportamento variabile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2270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0">
            <a:extLst>
              <a:ext uri="{FF2B5EF4-FFF2-40B4-BE49-F238E27FC236}">
                <a16:creationId xmlns:a16="http://schemas.microsoft.com/office/drawing/2014/main" id="{CFC65B13-DBA7-CB3E-F251-880122C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sz="3800" dirty="0"/>
              <a:t>Gestione Errori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32C92178-B239-AAAD-CF10-C0CD04C1BA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286132-4F6D-F4DE-32C7-BCCF11513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332" y="2126264"/>
            <a:ext cx="8860536" cy="2605472"/>
          </a:xfrm>
        </p:spPr>
        <p:txBody>
          <a:bodyPr>
            <a:normAutofit/>
          </a:bodyPr>
          <a:lstStyle/>
          <a:p>
            <a:r>
              <a:rPr lang="it-IT" dirty="0"/>
              <a:t>Controlli delegati allo </a:t>
            </a:r>
            <a:r>
              <a:rPr lang="it-IT" b="1" dirty="0"/>
              <a:t>State Pattern</a:t>
            </a:r>
            <a:endParaRPr lang="it-IT" dirty="0"/>
          </a:p>
          <a:p>
            <a:r>
              <a:rPr lang="it-IT" dirty="0"/>
              <a:t>Ogni stato decide cosa è consentito fare</a:t>
            </a:r>
          </a:p>
          <a:p>
            <a:r>
              <a:rPr lang="it-IT" dirty="0"/>
              <a:t>In alcuni casi: </a:t>
            </a:r>
            <a:r>
              <a:rPr lang="it-IT" sz="2000" b="1" dirty="0"/>
              <a:t>Errore → messaggio → operazione non eseguita</a:t>
            </a:r>
            <a:endParaRPr lang="it-IT" sz="2000" dirty="0"/>
          </a:p>
          <a:p>
            <a:r>
              <a:rPr lang="it-IT" dirty="0"/>
              <a:t>Il sistema evita crash e mantiene coerenza interna</a:t>
            </a:r>
          </a:p>
        </p:txBody>
      </p:sp>
    </p:spTree>
    <p:extLst>
      <p:ext uri="{BB962C8B-B14F-4D97-AF65-F5344CB8AC3E}">
        <p14:creationId xmlns:p14="http://schemas.microsoft.com/office/powerpoint/2010/main" val="151405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9B8D1C32-CEDB-F6E2-A01E-72AE1A1D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dirty="0"/>
              <a:t>Estendibilità del Sistema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4A42FB-888D-4842-C0C0-A6E92ABE1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1E6884A-C608-1470-2DF4-8DAC7E5A2F20}"/>
              </a:ext>
            </a:extLst>
          </p:cNvPr>
          <p:cNvSpPr txBox="1"/>
          <p:nvPr/>
        </p:nvSpPr>
        <p:spPr>
          <a:xfrm>
            <a:off x="709722" y="1859339"/>
            <a:ext cx="1057142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È possibile estendere il sistema senza modificare il codice esistente</a:t>
            </a:r>
            <a:br>
              <a:rPr lang="it-IT" sz="2800" dirty="0"/>
            </a:br>
            <a:endParaRPr lang="it-IT" sz="2800" dirty="0"/>
          </a:p>
          <a:p>
            <a:r>
              <a:rPr lang="it-IT" sz="2800" b="1" dirty="0"/>
              <a:t>Esempi:</a:t>
            </a:r>
            <a:endParaRPr lang="it-IT" sz="2800" dirty="0"/>
          </a:p>
          <a:p>
            <a:r>
              <a:rPr lang="it-IT" sz="2800" dirty="0"/>
              <a:t>Nuovi sensori → aggiunta di una nuova </a:t>
            </a:r>
            <a:r>
              <a:rPr lang="it-IT" sz="2800" dirty="0" err="1"/>
              <a:t>Factory</a:t>
            </a:r>
            <a:endParaRPr lang="it-IT" sz="2800" dirty="0"/>
          </a:p>
          <a:p>
            <a:r>
              <a:rPr lang="it-IT" sz="2800" dirty="0"/>
              <a:t>Nuovi moduli → nuovi Decorator</a:t>
            </a:r>
          </a:p>
          <a:p>
            <a:r>
              <a:rPr lang="it-IT" sz="2800" dirty="0"/>
              <a:t>Nuove modalità → nuove classi State</a:t>
            </a:r>
          </a:p>
        </p:txBody>
      </p:sp>
    </p:spTree>
    <p:extLst>
      <p:ext uri="{BB962C8B-B14F-4D97-AF65-F5344CB8AC3E}">
        <p14:creationId xmlns:p14="http://schemas.microsoft.com/office/powerpoint/2010/main" val="3637031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">
            <a:extLst>
              <a:ext uri="{FF2B5EF4-FFF2-40B4-BE49-F238E27FC236}">
                <a16:creationId xmlns:a16="http://schemas.microsoft.com/office/drawing/2014/main" id="{07C606B6-2B17-E247-00CC-913FE51B5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it-IT" dirty="0"/>
              <a:t>Diagramma UML</a:t>
            </a:r>
          </a:p>
        </p:txBody>
      </p:sp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9602C84C-E1FD-57C6-0EEE-96680018F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87" y="89438"/>
            <a:ext cx="8287098" cy="59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820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Custom 19">
      <a:dk1>
        <a:srgbClr val="231F20"/>
      </a:dk1>
      <a:lt1>
        <a:srgbClr val="FFFFFF"/>
      </a:lt1>
      <a:dk2>
        <a:srgbClr val="231F20"/>
      </a:dk2>
      <a:lt2>
        <a:srgbClr val="FDF9E2"/>
      </a:lt2>
      <a:accent1>
        <a:srgbClr val="FC2834"/>
      </a:accent1>
      <a:accent2>
        <a:srgbClr val="43AAC7"/>
      </a:accent2>
      <a:accent3>
        <a:srgbClr val="00AA59"/>
      </a:accent3>
      <a:accent4>
        <a:srgbClr val="FEA000"/>
      </a:accent4>
      <a:accent5>
        <a:srgbClr val="FDEE6B"/>
      </a:accent5>
      <a:accent6>
        <a:srgbClr val="3266A6"/>
      </a:accent6>
      <a:hlink>
        <a:srgbClr val="FC2734"/>
      </a:hlink>
      <a:folHlink>
        <a:srgbClr val="42AAC7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13cd20-357b-48a5-aff4-3bb4b52aae3e" xsi:nil="true"/>
    <MediaServiceKeyPoints xmlns="4f0d45a2-344c-4fe0-9811-4277bf2c2e17" xsi:nil="true"/>
    <lcf76f155ced4ddcb4097134ff3c332f xmlns="4f0d45a2-344c-4fe0-9811-4277bf2c2e1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B9CED55E8F8543BEFD54205924B97E" ma:contentTypeVersion="15" ma:contentTypeDescription="Create a new document." ma:contentTypeScope="" ma:versionID="7934cfc98febfa177962bc8a36be076c">
  <xsd:schema xmlns:xsd="http://www.w3.org/2001/XMLSchema" xmlns:xs="http://www.w3.org/2001/XMLSchema" xmlns:p="http://schemas.microsoft.com/office/2006/metadata/properties" xmlns:ns2="4f0d45a2-344c-4fe0-9811-4277bf2c2e17" xmlns:ns3="bb13cd20-357b-48a5-aff4-3bb4b52aae3e" targetNamespace="http://schemas.microsoft.com/office/2006/metadata/properties" ma:root="true" ma:fieldsID="aa190bc864bcebc737c679dbb323a16d" ns2:_="" ns3:_="">
    <xsd:import namespace="4f0d45a2-344c-4fe0-9811-4277bf2c2e17"/>
    <xsd:import namespace="bb13cd20-357b-48a5-aff4-3bb4b52aae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d45a2-344c-4fe0-9811-4277bf2c2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42cf434-6fa7-423d-b9b2-a30b23ae4b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3cd20-357b-48a5-aff4-3bb4b52aae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8435a69-c5f6-4b2d-823a-b7e1eae613dc}" ma:internalName="TaxCatchAll" ma:showField="CatchAllData" ma:web="bb13cd20-357b-48a5-aff4-3bb4b52aae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31C809-C6F0-48D7-BF3E-4570CDAF51AF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bb13cd20-357b-48a5-aff4-3bb4b52aae3e"/>
    <ds:schemaRef ds:uri="4f0d45a2-344c-4fe0-9811-4277bf2c2e17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11FCE9E-8641-4E73-81D7-01106BBCB4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d45a2-344c-4fe0-9811-4277bf2c2e17"/>
    <ds:schemaRef ds:uri="bb13cd20-357b-48a5-aff4-3bb4b52aae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30B917-A3AD-46B5-A6A4-F876E3BAC36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297</Words>
  <Application>Microsoft Macintosh PowerPoint</Application>
  <PresentationFormat>Widescreen</PresentationFormat>
  <Paragraphs>68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Tema di Office</vt:lpstr>
      <vt:lpstr>Progetto Sistema Domotico</vt:lpstr>
      <vt:lpstr>Obiettivi del progetto </vt:lpstr>
      <vt:lpstr>Introduzione</vt:lpstr>
      <vt:lpstr>Pattern  Utilizzati</vt:lpstr>
      <vt:lpstr>Factory Pattern</vt:lpstr>
      <vt:lpstr>Decorator Pattern</vt:lpstr>
      <vt:lpstr>State Pattern</vt:lpstr>
      <vt:lpstr>Gestione Errori</vt:lpstr>
      <vt:lpstr>Estendibilità del Sistema</vt:lpstr>
      <vt:lpstr>Diagramma UML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Nicola Menale</cp:lastModifiedBy>
  <cp:revision>2</cp:revision>
  <dcterms:created xsi:type="dcterms:W3CDTF">2026-03-19T16:17:37Z</dcterms:created>
  <dcterms:modified xsi:type="dcterms:W3CDTF">2026-03-19T17:41:10Z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0x0101003AB9CED55E8F8543BEFD54205924B97E</vt:lpwstr>
  </property>
</Properties>
</file>